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iqvia.com/solutions/commercialization/commercial-analytics/omnichannel-engagement-and-insights/field-force-agent" TargetMode="External"/><Relationship Id="rId12" Type="http://schemas.openxmlformats.org/officeDocument/2006/relationships/hyperlink" Target="https://trinitylifesciences.com/company/press-releases/trinity-launches-insightsedge-digital-twins/" TargetMode="External"/><Relationship Id="rId13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rinetx.com/solutions/trinetx-live/terrain/" TargetMode="Externa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or inside the rep’s CRM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Verana, IQVIA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19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5361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867656"/>
            <a:ext cx="50520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 else are life sciences vendors marketing conversational AI; what tasks does it serve; and how does that positioning inform potential Optum LS offerings?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6185916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6387084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87084" y="4867656"/>
            <a:ext cx="505206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This study examines publicly-marketed conversational AI across five business domains. Vendors’ product claims provide observable evidence for competitive positioning without access to internal product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050" b="1" dirty="0">
                <a:solidFill>
                  <a:schemeClr val="tx1"/>
                </a:solidFill>
              </a:rPr>
              <a:t>RWE has the highest concentration (9 of 34 competitors); trials and market access have one each.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050" b="1" dirty="0">
                <a:solidFill>
                  <a:schemeClr val="tx1"/>
                </a:solidFill>
              </a:rPr>
              <a:t>An Optum LS offering would meet very different competition by domain.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 Trials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(one entrant)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selection, not just patient counts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 Access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(one entrant)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8166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17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01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97571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184058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370532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879218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065692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252179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39058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25533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qvia.com/solutions/commercialization/commercial-analytics/omnichannel-engagement-and-insights/field-force-agent">
            <a:hlinkClick r:id="rId11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trinitylifesciences.com/company/press-releases/trinity-launches-insightsedge-digital-twins/">
            <a:hlinkClick r:id="rId12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www.ipsos.com/en/launch-ipsos-personabot-groundbreaking-ai-powered-solution-enhance-segmentation-research">
            <a:hlinkClick r:id="rId13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Trials and market access have the fewest offerings, and one vendor already says chat answers aren’t enough</a:t>
            </a:r>
            <a:endParaRPr lang="en-US" sz="220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1481328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CLINICAL TRIALS — COMPETITIVE EXAMPLES</a:t>
            </a:r>
            <a:endParaRPr lang="en-US" sz="10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1088859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596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Terrain AI Assistant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questions about trial sites, investigator experience and patient populations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label"/>
          <p:cNvSpPr txBox="1"/>
          <p:nvPr/>
        </p:nvSpPr>
        <p:spPr>
          <a:xfrm>
            <a:off x="548640" y="2990811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MARKET ACCESS — COMPETITIVE EXAMPLES</a:t>
            </a:r>
            <a:endParaRPr lang="en-US" sz="1000" dirty="0"/>
          </a:p>
        </p:txBody>
      </p:sp>
      <p:graphicFrame>
        <p:nvGraphicFramePr>
          <p:cNvPr id="1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65131"/>
          <a:ext cx="11091672" cy="1224572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53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which sites, not just how many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WHICH SITES, NOT JUST HOW MANY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TriNetX is pushing trial feasibility from patient counts to site selection: it markets Terrain as surfacing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not just how many patients exist, but where they exist</a:t>
            </a:r>
            <a:r>
              <a:rPr lang="en-US" sz="1050" b="1" dirty="0">
                <a:solidFill>
                  <a:schemeClr val="tx1"/>
                </a:solidFill>
              </a:rPr>
              <a:t>,” and treats clinical trial payments data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as a real-world enrollment signal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4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2329499"/>
            <a:ext cx="167320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navlin.com/products/tender">
            <a:hlinkClick r:id="rId6"/>
          </p:cNvPr>
          <p:cNvSpPr/>
          <p:nvPr/>
        </p:nvSpPr>
        <p:spPr>
          <a:xfrm>
            <a:off x="2944075" y="3906661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trinetx.com/solutions/trinetx-live/terrain/">
            <a:hlinkClick r:id="rId3"/>
          </p:cNvPr>
          <p:cNvSpPr/>
          <p:nvPr/>
        </p:nvSpPr>
        <p:spPr>
          <a:xfrm>
            <a:off x="2586444" y="5375216"/>
            <a:ext cx="312042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535058"/>
            <a:ext cx="4049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3589018" y="5535058"/>
            <a:ext cx="171012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694900"/>
            <a:ext cx="48591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access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access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19 qualifying offerings. Domain counts overlap.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