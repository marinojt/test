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2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linicaldata.veevavault.help/en/lr/rn/limited-releases/26r3/new-features" TargetMode="External"/><Relationship Id="rId12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5" Type="http://schemas.openxmlformats.org/officeDocument/2006/relationships/hyperlink" Target="https://www.anthropic.com/news/healthcare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7" Type="http://schemas.openxmlformats.org/officeDocument/2006/relationships/hyperlink" Target="https://openai.com/index/introducing-gpt-rosalind/" TargetMode="External"/><Relationship Id="rId8" Type="http://schemas.openxmlformats.org/officeDocument/2006/relationships/hyperlink" Target="https://cohere.com/blog/cohere-acquires-reliant-ai-expand-sovereign-enterprise-a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sp>
        <p:nvSpPr>
          <p:cNvPr id="14" name="label"/>
          <p:cNvSpPr txBox="1"/>
          <p:nvPr/>
        </p:nvSpPr>
        <p:spPr>
          <a:xfrm>
            <a:off x="548640" y="1481328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CLINICAL TRIALS — COMPETITIVE EXAMPLES</a:t>
            </a:r>
            <a:endParaRPr lang="en-US" sz="10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1088859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5967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Terrain AI Assistant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questions about trial sites, investigator experience and patient populations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label"/>
          <p:cNvSpPr txBox="1"/>
          <p:nvPr/>
        </p:nvSpPr>
        <p:spPr>
          <a:xfrm>
            <a:off x="548640" y="2990811"/>
            <a:ext cx="11091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MARKET ACCESS — COMPETITIVE EXAMPLES</a:t>
            </a:r>
            <a:endParaRPr lang="en-US" sz="1000" dirty="0"/>
          </a:p>
        </p:txBody>
      </p:sp>
      <p:graphicFrame>
        <p:nvGraphicFramePr>
          <p:cNvPr id="1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65131"/>
          <a:ext cx="11091672" cy="1224572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953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4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2329499"/>
            <a:ext cx="167320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navlin.com/products/tender">
            <a:hlinkClick r:id="rId6"/>
          </p:cNvPr>
          <p:cNvSpPr/>
          <p:nvPr/>
        </p:nvSpPr>
        <p:spPr>
          <a:xfrm>
            <a:off x="2944075" y="3906661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1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1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2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2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2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ADDITIONAL COMPETITIVE DYNAMIC: LLM PROVIDERS EXPAND INTO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now supply, build and buy their way into life sciences, making them potential partners and rivals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OBSERVED APPROACHES TO ENTERING LIFE SCIENCES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1672" cy="3017518"/>
        </p:xfrm>
        <a:graphic>
          <a:graphicData uri="http://schemas.openxmlformats.org/drawingml/2006/table">
            <a:tbl>
              <a:tblPr/>
              <a:tblGrid>
                <a:gridCol w="1965960"/>
                <a:gridCol w="5349240"/>
                <a:gridCol w="377647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0" kern="0" dirty="0">
                          <a:solidFill>
                            <a:schemeClr val="bg1"/>
                          </a:solidFill>
                        </a:rPr>
                        <a:t>LLM PROVIDER 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5064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Partner with established life-sciences vendors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Komodo Health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documented partnership supporting AI-enabled healthcare analytics;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Veeva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Claude incorporated into Veeva’s industry-specific AI offerings;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AWS + Datavant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Explore Assistant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publicly described in February 2026, uses Bedrock and AWS Clean Rooms to support natural-language assessment of healthcare datasets and research feasibility.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supply the model while partners keep the data, applications and customer relationships; Komodo and Veeva already appear in this analysis.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17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Develop their own life-sciences-specific products and tools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Anthropic’s Claude for Life Sciences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Specialized scientific tools and integrations supporting research, clinical trials and regulatory workflows;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OpenAI’s GPT-Rosalind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A purpose-built model for biology, drug discovery and translational research, with access expanded to eligible organizations in September 2026.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LLM providers are building products aimed directly at life-sciences users, reaching into workflows adjacent to Optum LS’s RWE and healthcare-data offerings.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28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Acquire specialized life-sciences capabilities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In May 2026, Cohere acquired a biopharma AI company offering literature review, competitive landscaping and scientific/regulatory information extraction. The acquisition supports development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North for Pharma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 a planned specialized agentic offering.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Acquisitions give LLM providers industry-specific technology, expertise and pharmaceutical customer relationships in one step.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PARTNER, SUPPLIER OR RIVAL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Anthropic already works with two competitors in this deck (Komodo and Veeva) while selling its own Claude for Life Sciences; Cohere bought its way in. For any Optum LS offering, the model provider may also be pursuing the same pharmaceutical customers.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2293636"/>
            <a:ext cx="155156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1: https://www.anthropic.com/news/healthcare-life-sciences">
            <a:hlinkClick r:id="rId5"/>
          </p:cNvPr>
          <p:cNvSpPr/>
          <p:nvPr/>
        </p:nvSpPr>
        <p:spPr>
          <a:xfrm>
            <a:off x="2624035" y="2472554"/>
            <a:ext cx="103173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2624035" y="2651472"/>
            <a:ext cx="911487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3564724" y="2651472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anthropic.com/news/claude-for-life-sciences">
            <a:hlinkClick r:id="rId4"/>
          </p:cNvPr>
          <p:cNvSpPr/>
          <p:nvPr/>
        </p:nvSpPr>
        <p:spPr>
          <a:xfrm>
            <a:off x="2624035" y="3344117"/>
            <a:ext cx="202711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openai.com/index/introducing-gpt-rosalind/">
            <a:hlinkClick r:id="rId7"/>
          </p:cNvPr>
          <p:cNvSpPr/>
          <p:nvPr/>
        </p:nvSpPr>
        <p:spPr>
          <a:xfrm>
            <a:off x="2624035" y="3651203"/>
            <a:ext cx="13154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2624035" y="4215680"/>
            <a:ext cx="10835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cohere.com/blog/cohere-acquires-reliant-ai-expand-sovereign-enterprise-ai">
            <a:hlinkClick r:id="rId8"/>
          </p:cNvPr>
          <p:cNvSpPr/>
          <p:nvPr/>
        </p:nvSpPr>
        <p:spPr>
          <a:xfrm>
            <a:off x="3907078" y="4471991"/>
            <a:ext cx="90794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