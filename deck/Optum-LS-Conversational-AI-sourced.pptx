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pPr indent="0" marL="0">
              <a:buNone/>
            </a:pPr>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EXECUTIVE SUMMARY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RESEARCH CATALYST</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Norstella’s Atlas Patient Analytics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U.S. LANDSCAPE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5" name="slide 4 — evidence boundary"/>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INTERNATIONAL SCREENS</a:t>
            </a:r>
            <a:endParaRPr lang="en-US" sz="1000" dirty="0"/>
          </a:p>
        </p:txBody>
      </p:sp>
      <p:sp>
        <p:nvSpPr>
          <p:cNvPr id="17" name="Text 15"/>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RWE</a:t>
            </a:r>
            <a:endParaRPr lang="en-US" sz="1000" dirty="0"/>
          </a:p>
        </p:txBody>
      </p:sp>
      <p:sp>
        <p:nvSpPr>
          <p:cNvPr id="20" name="Text 18"/>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SPECIALIZED RWE</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COMMERCIAL INTELLIGENCE</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MEDICAL / REGULATORY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TRIALS &amp; MARKET ACCESS</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LLM PROVIDERS</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LLM providers. The three approaches are neither mutually exclusive nor predictions of future competition. They do not establish that LLM providers caused the recent RWE launch cluster, are displacing established vendors, or expose an Optum capability gap. Not all LLM provider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