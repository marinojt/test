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a:t>
            </a:r>
            <a:pPr indent="0" marL="0">
              <a:buNone/>
            </a:pPr>
            <a:r>
              <a:rPr lang="en-US" sz="1050" b="1" dirty="0">
                <a:solidFill>
                  <a:schemeClr val="tx1"/>
                </a:solidFill>
              </a:rPr>
              <a:t>9 qualifying conversational AI offerings,</a:t>
            </a:r>
            <a:pPr indent="0" marL="0">
              <a:buNone/>
            </a:pPr>
            <a:r>
              <a:rPr lang="en-US" sz="1050" dirty="0">
                <a:solidFill>
                  <a:schemeClr val="tx1"/>
                </a:solidFill>
              </a:rPr>
              <a:t> providing additional examples of how vendors position conversational interaction.</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and descriptions of customer use provide observable evidence for comparing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competitors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EVIDENCE BOUNDARY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EVIDENCE BOUNDARY</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METHODOLOGY NOTE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2" name="slide 4 — india reconciliation"/>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INDIA RECONCILIATION</a:t>
            </a:r>
            <a:endParaRPr lang="en-US" sz="1000" dirty="0"/>
          </a:p>
        </p:txBody>
      </p:sp>
      <p:sp>
        <p:nvSpPr>
          <p:cNvPr id="14" name="Text 12"/>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Of 37 screened companies, 36 qualify as direct/specialized comparators in at least one of the five domains;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00" dirty="0"/>
          </a:p>
        </p:txBody>
      </p:sp>
      <p:sp>
        <p:nvSpPr>
          <p:cNvPr id="15" name="slide 4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EVIDENCE BOUNDARY</a:t>
            </a:r>
            <a:endParaRPr lang="en-US" sz="1000" dirty="0"/>
          </a:p>
        </p:txBody>
      </p:sp>
      <p:sp>
        <p:nvSpPr>
          <p:cNvPr id="17" name="Text 15"/>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8052816"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8235696"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EVIDENCE BOUNDARY</a:t>
            </a:r>
            <a:endParaRPr lang="en-US" sz="1000" dirty="0"/>
          </a:p>
        </p:txBody>
      </p:sp>
      <p:sp>
        <p:nvSpPr>
          <p:cNvPr id="20" name="Text 18"/>
          <p:cNvSpPr txBox="1"/>
          <p:nvPr/>
        </p:nvSpPr>
        <p:spPr>
          <a:xfrm>
            <a:off x="8235696"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EVIDENCE BOUNDARY</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EVIDENCE BOUNDARY</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EVIDENCE BOUNDARY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EVIDENCE BOUNDARY</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8058912"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8241792"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8241792"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